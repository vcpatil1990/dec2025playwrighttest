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281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D297-D9CF-45C2-8C3E-08B0794CB18A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376E7-B0EB-4404-A075-9D0AE84950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4517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D297-D9CF-45C2-8C3E-08B0794CB18A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7D376E7-B0EB-4404-A075-9D0AE84950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3410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D297-D9CF-45C2-8C3E-08B0794CB18A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376E7-B0EB-4404-A075-9D0AE84950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249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D297-D9CF-45C2-8C3E-08B0794CB18A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376E7-B0EB-4404-A075-9D0AE84950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858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D297-D9CF-45C2-8C3E-08B0794CB18A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376E7-B0EB-4404-A075-9D0AE84950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42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D297-D9CF-45C2-8C3E-08B0794CB18A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376E7-B0EB-4404-A075-9D0AE84950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593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D297-D9CF-45C2-8C3E-08B0794CB18A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376E7-B0EB-4404-A075-9D0AE84950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06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D297-D9CF-45C2-8C3E-08B0794CB18A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376E7-B0EB-4404-A075-9D0AE84950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346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D297-D9CF-45C2-8C3E-08B0794CB18A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376E7-B0EB-4404-A075-9D0AE84950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4360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D297-D9CF-45C2-8C3E-08B0794CB18A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376E7-B0EB-4404-A075-9D0AE84950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27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D297-D9CF-45C2-8C3E-08B0794CB18A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376E7-B0EB-4404-A075-9D0AE84950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380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D297-D9CF-45C2-8C3E-08B0794CB18A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376E7-B0EB-4404-A075-9D0AE84950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10325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D297-D9CF-45C2-8C3E-08B0794CB18A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376E7-B0EB-4404-A075-9D0AE84950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28457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D297-D9CF-45C2-8C3E-08B0794CB18A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376E7-B0EB-4404-A075-9D0AE84950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15056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D297-D9CF-45C2-8C3E-08B0794CB18A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376E7-B0EB-4404-A075-9D0AE84950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80056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D297-D9CF-45C2-8C3E-08B0794CB18A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376E7-B0EB-4404-A075-9D0AE84950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3748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BD297-D9CF-45C2-8C3E-08B0794CB18A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376E7-B0EB-4404-A075-9D0AE84950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6731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B4BD297-D9CF-45C2-8C3E-08B0794CB18A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7D376E7-B0EB-4404-A075-9D0AE84950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638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B204B-6281-E732-D864-EA202191F9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b="1" dirty="0"/>
              <a:t>What are the different data types in JavaScript?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6EAE41-7914-9FAC-8489-AB757DE19F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7936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18D05E46-0312-57D3-D632-A1451CBF66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07378" y="2246536"/>
            <a:ext cx="1112091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Primitive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String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Number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Boolean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undefined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null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BigInt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Symbol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Non-Primitive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Object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Array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Function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9860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5F26C-F4B3-FDFA-13CC-C03D139A4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7963"/>
            <a:ext cx="10515600" cy="2702103"/>
          </a:xfrm>
        </p:spPr>
        <p:txBody>
          <a:bodyPr/>
          <a:lstStyle/>
          <a:p>
            <a:r>
              <a:rPr lang="en-US" b="1" dirty="0"/>
              <a:t>What is the difference between == and === in JavaScript?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617975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CDD5D-EA5B-8697-0B21-29294D825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D7FFE-8CAB-A3F1-5844-48B1CF8A6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1C58A-1101-CAFB-6207-19DF12F52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== compares values (type coercion is applied).</a:t>
            </a:r>
          </a:p>
          <a:p>
            <a:r>
              <a:rPr lang="en-US" sz="3200" dirty="0"/>
              <a:t>=== compares values and types (strict equality)</a:t>
            </a:r>
          </a:p>
          <a:p>
            <a:endParaRPr lang="en-US" sz="3200" dirty="0"/>
          </a:p>
          <a:p>
            <a:r>
              <a:rPr lang="en-US" sz="3200" dirty="0"/>
              <a:t>'5' == 5    // true'5' === 5   // false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367140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2F860-FA01-2B01-2A22-4523FA95A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0B858-CF00-4451-E496-35048116B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3148637"/>
          </a:xfrm>
        </p:spPr>
        <p:txBody>
          <a:bodyPr>
            <a:normAutofit/>
          </a:bodyPr>
          <a:lstStyle/>
          <a:p>
            <a:r>
              <a:rPr lang="en-US" sz="4800" b="1" dirty="0"/>
              <a:t>What is undefined vs null?</a:t>
            </a:r>
            <a:endParaRPr lang="en-IN" sz="4800" b="1" dirty="0"/>
          </a:p>
        </p:txBody>
      </p:sp>
    </p:spTree>
    <p:extLst>
      <p:ext uri="{BB962C8B-B14F-4D97-AF65-F5344CB8AC3E}">
        <p14:creationId xmlns:p14="http://schemas.microsoft.com/office/powerpoint/2010/main" val="1832203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5F036-8D25-9E12-0D5A-C302CB925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1FE29-209D-30B4-5616-553F15CFE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undefined: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declared but not assigned a value.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An assignment value representing "no value".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398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38080-5C18-C803-913E-69086E3B5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521913"/>
          </a:xfrm>
        </p:spPr>
        <p:txBody>
          <a:bodyPr/>
          <a:lstStyle/>
          <a:p>
            <a:r>
              <a:rPr lang="en-US" b="1" dirty="0"/>
              <a:t>What is a closure in JavaScript?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425327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95C56-7C36-209A-A55E-EC43A4417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outerFunction</a:t>
            </a:r>
            <a:r>
              <a:rPr lang="en-IN" dirty="0"/>
              <a:t> runs, returns </a:t>
            </a:r>
            <a:r>
              <a:rPr lang="en-IN" dirty="0" err="1"/>
              <a:t>innerFunction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4F22E1-2DB3-B076-319E-15CFA460E7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07560"/>
            <a:ext cx="10288712" cy="5229546"/>
          </a:xfrm>
        </p:spPr>
      </p:pic>
    </p:spTree>
    <p:extLst>
      <p:ext uri="{BB962C8B-B14F-4D97-AF65-F5344CB8AC3E}">
        <p14:creationId xmlns:p14="http://schemas.microsoft.com/office/powerpoint/2010/main" val="3608642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314D9-F57A-2505-42B6-EDA6956FB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747945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b="1" dirty="0"/>
              <a:t>Explain let, const, and var differences.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72ECD7-BC49-D910-1306-7574FBF80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137025"/>
            <a:ext cx="10864065" cy="43558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16200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DA14A-7ED4-4C93-4FE2-AE3C6CAF3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18973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difference between synchronous and asynchronous code?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746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E588F-5E5F-E5DB-CF29-08FE7339D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855C9-291E-47DB-B64C-683A45C73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Synchronous: </a:t>
            </a:r>
            <a:r>
              <a:rPr lang="en-US" sz="3200" dirty="0"/>
              <a:t>Executes line-by-line.</a:t>
            </a:r>
          </a:p>
          <a:p>
            <a:endParaRPr lang="en-US" sz="3200" dirty="0"/>
          </a:p>
          <a:p>
            <a:r>
              <a:rPr lang="en-US" sz="3200" b="1" dirty="0"/>
              <a:t>Asynchronous: </a:t>
            </a:r>
            <a:r>
              <a:rPr lang="en-US" sz="3200" dirty="0"/>
              <a:t>Executes code without blocking, using callbacks, promises, or async/await.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045862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D918A-BE4C-C15E-CD93-842950540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are Promises?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EF468-DCD0-14D6-41D8-C4CF819B1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2062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CCCCD-48DF-8AF7-C8ED-90F7E0012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Promise</a:t>
            </a:r>
            <a:r>
              <a:rPr lang="en-US" dirty="0"/>
              <a:t> is a JavaScript object that represents the eventual result (or failure) of an asynchronous operation.</a:t>
            </a:r>
          </a:p>
          <a:p>
            <a:pPr marL="0" indent="0">
              <a:buNone/>
            </a:pPr>
            <a:r>
              <a:rPr lang="en-US" dirty="0"/>
              <a:t> States of a Promise:</a:t>
            </a:r>
          </a:p>
          <a:p>
            <a:pPr marL="0" indent="0">
              <a:buNone/>
            </a:pPr>
            <a:r>
              <a:rPr lang="en-US" dirty="0"/>
              <a:t>•	Pending: The operation is ongoing.</a:t>
            </a:r>
          </a:p>
          <a:p>
            <a:pPr marL="0" indent="0">
              <a:buNone/>
            </a:pPr>
            <a:r>
              <a:rPr lang="en-US" dirty="0"/>
              <a:t>•	Fulfilled: The operation completed successfully.</a:t>
            </a:r>
          </a:p>
          <a:p>
            <a:pPr marL="0" indent="0">
              <a:buNone/>
            </a:pPr>
            <a:r>
              <a:rPr lang="en-US" dirty="0"/>
              <a:t>•	Rejected: The operation failed.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0136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42185-3B75-DA4A-0C86-2B9711600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9335"/>
            <a:ext cx="10515600" cy="3739793"/>
          </a:xfrm>
        </p:spPr>
        <p:txBody>
          <a:bodyPr>
            <a:normAutofit/>
          </a:bodyPr>
          <a:lstStyle/>
          <a:p>
            <a:r>
              <a:rPr lang="en-US" b="1" dirty="0"/>
              <a:t>What is the difference between map(), filter(), and reduce()?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013467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923B7-8913-E68E-D2D0-8E81E6459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3F2820-2173-33B1-3E8F-9FC05F95BD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5222" y="1263721"/>
            <a:ext cx="10787866" cy="505488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79868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76012-8DAC-62E6-1134-791BE674C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223963"/>
          </a:xfrm>
        </p:spPr>
        <p:txBody>
          <a:bodyPr/>
          <a:lstStyle/>
          <a:p>
            <a:r>
              <a:rPr lang="en-US" b="1" dirty="0"/>
              <a:t>What is Hoisting in JavaScript?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0816941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8373E-5CC9-77D5-76F3-460BBFC89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C909-2F4F-FFDE-17E2-9E537FDC4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Hoisting </a:t>
            </a:r>
            <a:r>
              <a:rPr lang="en-US" dirty="0"/>
              <a:t>is JavaScript's behavior of moving declarations (not initializations) to the top of their scope before code execution.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F9B26C-4542-7A1A-5CB0-16822BDC4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479" y="3047980"/>
            <a:ext cx="6769281" cy="16473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628DA4-9678-DD4B-83C2-4FF42844F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802" y="4931596"/>
            <a:ext cx="8759324" cy="156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6557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3EE5B-42F3-1237-A1E5-0760A7B3F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2207"/>
            <a:ext cx="10515600" cy="3061699"/>
          </a:xfrm>
        </p:spPr>
        <p:txBody>
          <a:bodyPr>
            <a:normAutofit/>
          </a:bodyPr>
          <a:lstStyle/>
          <a:p>
            <a:r>
              <a:rPr lang="en-US" sz="4800" b="1" dirty="0"/>
              <a:t>What is the this keyword?</a:t>
            </a:r>
            <a:endParaRPr lang="en-IN" sz="4800" b="1" dirty="0"/>
          </a:p>
        </p:txBody>
      </p:sp>
    </p:spTree>
    <p:extLst>
      <p:ext uri="{BB962C8B-B14F-4D97-AF65-F5344CB8AC3E}">
        <p14:creationId xmlns:p14="http://schemas.microsoft.com/office/powerpoint/2010/main" val="8782618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90985-04EE-63DC-D24C-B7688DFF6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17F03-19F9-2480-0AEF-6ECFBAC3A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Refers to the object that is executing the current function.</a:t>
            </a:r>
          </a:p>
          <a:p>
            <a:r>
              <a:rPr lang="en-US" dirty="0"/>
              <a:t>In global context: this is window (in browsers).</a:t>
            </a:r>
          </a:p>
          <a:p>
            <a:r>
              <a:rPr lang="en-US" dirty="0"/>
              <a:t>In object method: this is the object.</a:t>
            </a:r>
          </a:p>
          <a:p>
            <a:r>
              <a:rPr lang="en-US" dirty="0"/>
              <a:t>In arrow functions: this is lexically bound (inherits from parent scope).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43534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22F1E-4B0D-523D-F4BC-19C5E8830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744538"/>
          </a:xfrm>
        </p:spPr>
        <p:txBody>
          <a:bodyPr/>
          <a:lstStyle/>
          <a:p>
            <a:r>
              <a:rPr lang="en-US" b="1" dirty="0"/>
              <a:t>What are arrow functions and how are they different?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6684122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B69B3-3128-740D-BA4F-0316A8585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5AC46-95A9-C36D-8A65-B3521A089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Arrow functions are a shorter syntax for writing functions and do not bind their own this.</a:t>
            </a:r>
          </a:p>
          <a:p>
            <a:endParaRPr lang="en-US" sz="3600" dirty="0"/>
          </a:p>
          <a:p>
            <a:pPr marL="0" indent="0">
              <a:buNone/>
            </a:pPr>
            <a:r>
              <a:rPr lang="en-US" sz="3600" dirty="0"/>
              <a:t>const add = (a, b) =&gt; a + b;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9332036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9388E-8FEF-3615-3F9B-12C5423CD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847279"/>
          </a:xfrm>
        </p:spPr>
        <p:txBody>
          <a:bodyPr/>
          <a:lstStyle/>
          <a:p>
            <a:r>
              <a:rPr lang="en-US" b="1" dirty="0"/>
              <a:t>Explain the difference between for...in and for...of.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2471594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76A7B-4404-95D1-CEAA-716816A10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D50C6-7D01-F000-E775-ED901CF12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for...in: </a:t>
            </a:r>
            <a:r>
              <a:rPr lang="en-US" dirty="0"/>
              <a:t>Iterates over keys (property names) of an object.</a:t>
            </a:r>
          </a:p>
          <a:p>
            <a:r>
              <a:rPr lang="en-US" b="1" dirty="0"/>
              <a:t>for...of: </a:t>
            </a:r>
            <a:r>
              <a:rPr lang="en-US" dirty="0"/>
              <a:t>Iterates over values in an </a:t>
            </a:r>
            <a:r>
              <a:rPr lang="en-US" dirty="0" err="1"/>
              <a:t>iterable</a:t>
            </a:r>
            <a:r>
              <a:rPr lang="en-US" dirty="0"/>
              <a:t> (like arrays, strings, etc.)</a:t>
            </a:r>
          </a:p>
          <a:p>
            <a:pPr marL="0" indent="0">
              <a:buNone/>
            </a:pPr>
            <a:r>
              <a:rPr lang="nn-NO" dirty="0"/>
              <a:t>let arr = [10, 20, 30];</a:t>
            </a:r>
          </a:p>
          <a:p>
            <a:pPr marL="0" indent="0">
              <a:buNone/>
            </a:pPr>
            <a:r>
              <a:rPr lang="nn-NO" dirty="0"/>
              <a:t>for (let i in arr) console.log(i); // 0, 1, 2</a:t>
            </a:r>
          </a:p>
          <a:p>
            <a:pPr marL="0" indent="0">
              <a:buNone/>
            </a:pPr>
            <a:r>
              <a:rPr lang="nn-NO" dirty="0"/>
              <a:t>for (let val of arr) console.log(val); // 10, 20, 30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90707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2E412-C8DD-8B1C-F091-23952E685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477410"/>
          </a:xfrm>
        </p:spPr>
        <p:txBody>
          <a:bodyPr/>
          <a:lstStyle/>
          <a:p>
            <a:r>
              <a:rPr lang="en-US" b="1" dirty="0"/>
              <a:t>What is the difference between </a:t>
            </a:r>
            <a:r>
              <a:rPr lang="en-US" b="1" dirty="0" err="1"/>
              <a:t>Array.prototype.slice</a:t>
            </a:r>
            <a:r>
              <a:rPr lang="en-US" b="1" dirty="0"/>
              <a:t>() and splice()?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6571209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74C12-22AA-66F0-CCDA-C4A231128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B7A856-6214-571E-88ED-713C0A5891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5627" y="1027415"/>
            <a:ext cx="11250201" cy="450008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353608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21D8E-D016-542E-44B2-088C53942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063875"/>
          </a:xfrm>
        </p:spPr>
        <p:txBody>
          <a:bodyPr/>
          <a:lstStyle/>
          <a:p>
            <a:r>
              <a:rPr lang="en-US" b="1" dirty="0"/>
              <a:t>How is memory managed in JavaScript?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4296827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32E73-41BA-4C5C-9093-23A678196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545D3-289F-1D7B-215D-1503A16AB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600" dirty="0"/>
              <a:t>JavaScript uses automatic garbage collection:</a:t>
            </a:r>
          </a:p>
          <a:p>
            <a:r>
              <a:rPr lang="en-US" sz="3600" b="1" dirty="0"/>
              <a:t>Allocation: </a:t>
            </a:r>
            <a:r>
              <a:rPr lang="en-US" sz="3600" dirty="0"/>
              <a:t>Memory is allocated when variables/objects are created.</a:t>
            </a:r>
          </a:p>
          <a:p>
            <a:r>
              <a:rPr lang="en-US" sz="3600" b="1" dirty="0"/>
              <a:t>Garbage Collection: </a:t>
            </a:r>
            <a:r>
              <a:rPr lang="en-US" sz="3600" dirty="0"/>
              <a:t>JS detects when memory is no longer used and frees it.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4136855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039D2-4894-CD98-2A3A-31F926E0C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384942"/>
          </a:xfrm>
        </p:spPr>
        <p:txBody>
          <a:bodyPr/>
          <a:lstStyle/>
          <a:p>
            <a:r>
              <a:rPr lang="en-US" b="1" dirty="0"/>
              <a:t>What is the difference between microtasks and </a:t>
            </a:r>
            <a:r>
              <a:rPr lang="en-US" b="1" dirty="0" err="1"/>
              <a:t>macrotasks</a:t>
            </a:r>
            <a:r>
              <a:rPr lang="en-US" b="1" dirty="0"/>
              <a:t>?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8768860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35154-EFB8-A7CA-E4E6-9624E45D1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2C7A7-E3BE-1170-3EB7-1D062ADD3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Microtasks: Promises, </a:t>
            </a:r>
            <a:r>
              <a:rPr lang="en-IN" sz="3600" dirty="0" err="1"/>
              <a:t>MutationObserver</a:t>
            </a:r>
            <a:endParaRPr lang="en-IN" sz="3600" dirty="0"/>
          </a:p>
          <a:p>
            <a:r>
              <a:rPr lang="en-IN" sz="3600" dirty="0" err="1"/>
              <a:t>Macrotasks</a:t>
            </a:r>
            <a:r>
              <a:rPr lang="en-IN" sz="3600" dirty="0"/>
              <a:t>: </a:t>
            </a:r>
            <a:r>
              <a:rPr lang="en-IN" sz="3600" dirty="0" err="1"/>
              <a:t>setTimeout</a:t>
            </a:r>
            <a:r>
              <a:rPr lang="en-IN" sz="3600" dirty="0"/>
              <a:t>, </a:t>
            </a:r>
            <a:r>
              <a:rPr lang="en-IN" sz="3600" dirty="0" err="1"/>
              <a:t>setInterval</a:t>
            </a:r>
            <a:r>
              <a:rPr lang="en-IN" sz="3600" dirty="0"/>
              <a:t>, UI rendering</a:t>
            </a:r>
          </a:p>
        </p:txBody>
      </p:sp>
    </p:spTree>
    <p:extLst>
      <p:ext uri="{BB962C8B-B14F-4D97-AF65-F5344CB8AC3E}">
        <p14:creationId xmlns:p14="http://schemas.microsoft.com/office/powerpoint/2010/main" val="30064484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D0067-6EB5-DC33-FD51-150ADB3C6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176053"/>
          </a:xfrm>
        </p:spPr>
        <p:txBody>
          <a:bodyPr/>
          <a:lstStyle/>
          <a:p>
            <a:r>
              <a:rPr lang="en-US" b="1" dirty="0"/>
              <a:t>What is the difference between function declaration and expression?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7992611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E4AE6-3A3E-8392-6C4D-BCB9B7CCB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20553-5A34-CCAE-9476-A390BAF63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sz="4400" dirty="0"/>
              <a:t>Function Declaration:</a:t>
            </a:r>
          </a:p>
          <a:p>
            <a:pPr marL="0" indent="0">
              <a:buNone/>
            </a:pPr>
            <a:r>
              <a:rPr lang="en-IN" sz="4400" dirty="0"/>
              <a:t>function greet() { }</a:t>
            </a:r>
          </a:p>
          <a:p>
            <a:pPr marL="0" indent="0">
              <a:buNone/>
            </a:pPr>
            <a:endParaRPr lang="en-IN" sz="4400" dirty="0"/>
          </a:p>
          <a:p>
            <a:pPr marL="0" indent="0">
              <a:buNone/>
            </a:pPr>
            <a:r>
              <a:rPr lang="en-US" sz="4400" dirty="0"/>
              <a:t>Function Expression:</a:t>
            </a:r>
          </a:p>
          <a:p>
            <a:pPr marL="0" indent="0">
              <a:buNone/>
            </a:pPr>
            <a:r>
              <a:rPr lang="en-US" sz="4400" dirty="0"/>
              <a:t>const greet = function() { }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14912906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40986-F6E5-DD6D-F385-BD7199108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645203"/>
          </a:xfrm>
        </p:spPr>
        <p:txBody>
          <a:bodyPr/>
          <a:lstStyle/>
          <a:p>
            <a:r>
              <a:rPr lang="en-US" b="1" dirty="0"/>
              <a:t>What is the difference between </a:t>
            </a:r>
            <a:r>
              <a:rPr lang="en-US" b="1" dirty="0" err="1"/>
              <a:t>typeof</a:t>
            </a:r>
            <a:r>
              <a:rPr lang="en-US" b="1" dirty="0"/>
              <a:t> and </a:t>
            </a:r>
            <a:r>
              <a:rPr lang="en-US" b="1" dirty="0" err="1"/>
              <a:t>instanceof</a:t>
            </a:r>
            <a:r>
              <a:rPr lang="en-US" b="1" dirty="0"/>
              <a:t>?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0214252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E2096-693F-E6CD-386A-1DA4A826F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DAED3-FE38-65E7-7C7F-260043597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4000" dirty="0" err="1"/>
              <a:t>typeof</a:t>
            </a:r>
            <a:r>
              <a:rPr lang="en-US" sz="4000" dirty="0"/>
              <a:t>: Returns a string indicating the type of a primitive or function.</a:t>
            </a:r>
          </a:p>
          <a:p>
            <a:pPr marL="0" indent="0">
              <a:buNone/>
            </a:pPr>
            <a:r>
              <a:rPr lang="en-US" sz="4000" b="1" dirty="0" err="1"/>
              <a:t>typeof</a:t>
            </a:r>
            <a:r>
              <a:rPr lang="en-US" sz="4000" b="1" dirty="0"/>
              <a:t> 'hello';       // 'string'</a:t>
            </a:r>
          </a:p>
          <a:p>
            <a:r>
              <a:rPr lang="en-US" sz="4000" dirty="0" err="1"/>
              <a:t>instanceof</a:t>
            </a:r>
            <a:r>
              <a:rPr lang="en-US" sz="4000" dirty="0"/>
              <a:t>: Checks whether an object is an instance of a constructor.</a:t>
            </a:r>
          </a:p>
          <a:p>
            <a:pPr marL="0" indent="0">
              <a:buNone/>
            </a:pPr>
            <a:r>
              <a:rPr lang="en-IN" sz="4000" b="1" dirty="0"/>
              <a:t>[] </a:t>
            </a:r>
            <a:r>
              <a:rPr lang="en-IN" sz="4000" b="1" dirty="0" err="1"/>
              <a:t>instanceof</a:t>
            </a:r>
            <a:r>
              <a:rPr lang="en-IN" sz="4000" b="1" dirty="0"/>
              <a:t> Array;  // true</a:t>
            </a:r>
          </a:p>
        </p:txBody>
      </p:sp>
    </p:spTree>
    <p:extLst>
      <p:ext uri="{BB962C8B-B14F-4D97-AF65-F5344CB8AC3E}">
        <p14:creationId xmlns:p14="http://schemas.microsoft.com/office/powerpoint/2010/main" val="39371335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B2D0B-D069-71A4-C108-51F91C005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672619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b="1" dirty="0"/>
              <a:t>What are symbols in JavaScript?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1852011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67617-E271-BDA3-06CE-60298397F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C17E-2988-925B-ABAC-DA5428043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Symbol is a primitive data type used to create unique property keys that won’t collide.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2219646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56966-EC98-8128-3748-F2E8E2939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652071"/>
          </a:xfrm>
        </p:spPr>
        <p:txBody>
          <a:bodyPr/>
          <a:lstStyle/>
          <a:p>
            <a:r>
              <a:rPr lang="en-IN" b="1" dirty="0"/>
              <a:t>Explain </a:t>
            </a:r>
            <a:r>
              <a:rPr lang="en-IN" b="1" dirty="0" err="1"/>
              <a:t>destructuring</a:t>
            </a:r>
            <a:r>
              <a:rPr lang="en-IN" b="1" dirty="0"/>
              <a:t> in JavaScript.</a:t>
            </a:r>
          </a:p>
        </p:txBody>
      </p:sp>
    </p:spTree>
    <p:extLst>
      <p:ext uri="{BB962C8B-B14F-4D97-AF65-F5344CB8AC3E}">
        <p14:creationId xmlns:p14="http://schemas.microsoft.com/office/powerpoint/2010/main" val="41293976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F52F1-2335-7803-9A7D-D05632177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42B82-9FD8-0AED-898E-4DF8BB327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Allows unpacking values from arrays or objects into variables.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const [a, b] = [1, 2];</a:t>
            </a:r>
          </a:p>
          <a:p>
            <a:pPr marL="0" indent="0">
              <a:buNone/>
            </a:pPr>
            <a:r>
              <a:rPr lang="en-US" dirty="0"/>
              <a:t>const {name, age} = {name: 'John', age: 30};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70378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F2296-C31C-34C6-CF9E-A04BE2139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610974"/>
          </a:xfrm>
        </p:spPr>
        <p:txBody>
          <a:bodyPr/>
          <a:lstStyle/>
          <a:p>
            <a:r>
              <a:rPr lang="en-US" dirty="0"/>
              <a:t>How does async/await work under the hood?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25635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4074D-710B-02B3-4993-D2216394D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28B03-F743-5F43-C14C-E1E56F6EC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4400" dirty="0"/>
              <a:t>async functions always return a Promise.</a:t>
            </a:r>
          </a:p>
          <a:p>
            <a:endParaRPr lang="en-US" sz="4400" dirty="0"/>
          </a:p>
          <a:p>
            <a:r>
              <a:rPr lang="en-US" sz="4400" dirty="0"/>
              <a:t>await pauses execution until the Promise resolves.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19878576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840B5-4CF9-7372-CAB8-1170A679C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703441"/>
          </a:xfrm>
        </p:spPr>
        <p:txBody>
          <a:bodyPr/>
          <a:lstStyle/>
          <a:p>
            <a:r>
              <a:rPr lang="en-US" b="1" dirty="0"/>
              <a:t>What is the difference between mutable and immutable types in JavaScript?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0473627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C366C-8C88-35DF-7899-AF7F99C0D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176E9-7E38-682A-DACF-942533AEC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4000" dirty="0"/>
              <a:t>Mutable (can be changed): Object, Array, Function</a:t>
            </a:r>
          </a:p>
          <a:p>
            <a:r>
              <a:rPr lang="en-US" sz="4000" dirty="0"/>
              <a:t>Immutable (cannot be changed): Number, String, Boolean, null, undefined, Symbol, </a:t>
            </a:r>
            <a:r>
              <a:rPr lang="en-US" sz="4000" dirty="0" err="1"/>
              <a:t>BigInt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7554666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47</TotalTime>
  <Words>717</Words>
  <Application>Microsoft Office PowerPoint</Application>
  <PresentationFormat>Widescreen</PresentationFormat>
  <Paragraphs>75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Arial Unicode MS</vt:lpstr>
      <vt:lpstr>Corbel</vt:lpstr>
      <vt:lpstr>Times New Roman</vt:lpstr>
      <vt:lpstr>Parallax</vt:lpstr>
      <vt:lpstr>1. What are the different data types in JavaScript?</vt:lpstr>
      <vt:lpstr>Primitive: String, Number, Boolean, undefined, null, BigInt, Symbol Non-Primitive: Object, Array, Function</vt:lpstr>
      <vt:lpstr>What is the difference between == and === in JavaScript?</vt:lpstr>
      <vt:lpstr>PowerPoint Presentation</vt:lpstr>
      <vt:lpstr>What is undefined vs null?</vt:lpstr>
      <vt:lpstr>PowerPoint Presentation</vt:lpstr>
      <vt:lpstr>What is a closure in JavaScript?</vt:lpstr>
      <vt:lpstr>outerFunction runs, returns innerFunction</vt:lpstr>
      <vt:lpstr> Explain let, const, and var differences.</vt:lpstr>
      <vt:lpstr>What is the difference between synchronous and asynchronous code?</vt:lpstr>
      <vt:lpstr>PowerPoint Presentation</vt:lpstr>
      <vt:lpstr>What are Promises?</vt:lpstr>
      <vt:lpstr>PowerPoint Presentation</vt:lpstr>
      <vt:lpstr>What is the difference between map(), filter(), and reduce()?</vt:lpstr>
      <vt:lpstr>PowerPoint Presentation</vt:lpstr>
      <vt:lpstr>What is Hoisting in JavaScript?</vt:lpstr>
      <vt:lpstr>PowerPoint Presentation</vt:lpstr>
      <vt:lpstr>What is the this keyword?</vt:lpstr>
      <vt:lpstr>PowerPoint Presentation</vt:lpstr>
      <vt:lpstr>What are arrow functions and how are they different?</vt:lpstr>
      <vt:lpstr>PowerPoint Presentation</vt:lpstr>
      <vt:lpstr>Explain the difference between for...in and for...of.</vt:lpstr>
      <vt:lpstr>PowerPoint Presentation</vt:lpstr>
      <vt:lpstr>What is the difference between Array.prototype.slice() and splice()?</vt:lpstr>
      <vt:lpstr>PowerPoint Presentation</vt:lpstr>
      <vt:lpstr>How is memory managed in JavaScript?</vt:lpstr>
      <vt:lpstr>PowerPoint Presentation</vt:lpstr>
      <vt:lpstr>What is the difference between microtasks and macrotasks?</vt:lpstr>
      <vt:lpstr>PowerPoint Presentation</vt:lpstr>
      <vt:lpstr>What is the difference between function declaration and expression?</vt:lpstr>
      <vt:lpstr>PowerPoint Presentation</vt:lpstr>
      <vt:lpstr>What is the difference between typeof and instanceof?</vt:lpstr>
      <vt:lpstr>PowerPoint Presentation</vt:lpstr>
      <vt:lpstr> What are symbols in JavaScript?</vt:lpstr>
      <vt:lpstr>PowerPoint Presentation</vt:lpstr>
      <vt:lpstr>Explain destructuring in JavaScript.</vt:lpstr>
      <vt:lpstr>PowerPoint Presentation</vt:lpstr>
      <vt:lpstr>How does async/await work under the hood?</vt:lpstr>
      <vt:lpstr>PowerPoint Presentation</vt:lpstr>
      <vt:lpstr>What is the difference between mutable and immutable types in JavaScript?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Shree</dc:creator>
  <cp:lastModifiedBy>Shree</cp:lastModifiedBy>
  <cp:revision>18</cp:revision>
  <dcterms:created xsi:type="dcterms:W3CDTF">2025-07-04T15:02:46Z</dcterms:created>
  <dcterms:modified xsi:type="dcterms:W3CDTF">2025-07-04T15:50:09Z</dcterms:modified>
</cp:coreProperties>
</file>